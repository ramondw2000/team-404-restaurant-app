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e718bd51_0_28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e718bd51_0_28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ee718bd51_0_3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ee718bd51_0_3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e718bd51_0_4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e718bd51_0_4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ee718bd51_0_49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ee718bd51_0_49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e718bd51_0_0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ee718bd51_0_0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ee718bd51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ee718bd51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ee718bd51_0_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cee718bd51_0_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2067737" y="285392"/>
            <a:ext cx="523811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191782" y="8545"/>
            <a:ext cx="876043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15544" y="781248"/>
            <a:ext cx="564769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10"/>
            <a:ext cx="9144000" cy="722630"/>
          </a:xfrm>
          <a:custGeom>
            <a:rect b="b" l="l" r="r" t="t"/>
            <a:pathLst>
              <a:path extrusionOk="0" h="722630" w="9144000">
                <a:moveTo>
                  <a:pt x="0" y="722160"/>
                </a:moveTo>
                <a:lnTo>
                  <a:pt x="9144000" y="722160"/>
                </a:lnTo>
                <a:lnTo>
                  <a:pt x="9144000" y="0"/>
                </a:lnTo>
                <a:lnTo>
                  <a:pt x="0" y="0"/>
                </a:lnTo>
                <a:lnTo>
                  <a:pt x="0" y="7221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191782" y="8545"/>
            <a:ext cx="876043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191782" y="8545"/>
            <a:ext cx="876043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1782" y="8545"/>
            <a:ext cx="876043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15544" y="781248"/>
            <a:ext cx="564769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ctrTitle"/>
          </p:nvPr>
        </p:nvSpPr>
        <p:spPr>
          <a:xfrm>
            <a:off x="2067737" y="285392"/>
            <a:ext cx="523811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404 Name not found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0117" y="1544051"/>
            <a:ext cx="5088242" cy="31935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3820579" y="914309"/>
            <a:ext cx="1502410" cy="3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rPr>
              <a:t>Presentatie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2768" y="1998229"/>
            <a:ext cx="2684905" cy="239031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/>
        </p:nvSpPr>
        <p:spPr>
          <a:xfrm>
            <a:off x="5156543" y="4627344"/>
            <a:ext cx="388239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Molveno Lakeside Resort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33540" y="185316"/>
            <a:ext cx="477393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Inhoud van de presentatie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215544" y="781248"/>
            <a:ext cx="5647800" cy="1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36550" lvl="0" marL="349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Wat hebben we gedaan?</a:t>
            </a:r>
            <a:endParaRPr/>
          </a:p>
          <a:p>
            <a:pPr indent="-336550" lvl="0" marL="3492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Bekijken van diagrammen</a:t>
            </a:r>
            <a:endParaRPr/>
          </a:p>
          <a:p>
            <a:pPr indent="-336550" lvl="0" marL="34925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Korte demo van website</a:t>
            </a:r>
            <a:endParaRPr/>
          </a:p>
          <a:p>
            <a:pPr indent="-336550" lvl="0" marL="34925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/>
              <a:t>Samenvatting &amp; verwachtingen sprint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0710" y="2307969"/>
            <a:ext cx="5492934" cy="28349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/>
          <p:nvPr>
            <p:ph type="title"/>
          </p:nvPr>
        </p:nvSpPr>
        <p:spPr>
          <a:xfrm>
            <a:off x="191782" y="8545"/>
            <a:ext cx="876043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 hebben we gedaan?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215900" y="557703"/>
            <a:ext cx="5258435" cy="185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36550" lvl="0" marL="349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Informatie besproken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36550" lvl="0" marL="3492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Lijst met vereisten gemaakt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36550" lvl="0" marL="3492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Diagrammen gemaakt van vereisten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36550" lvl="0" marL="34925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Mock-ups gemaakt in code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91782" y="8545"/>
            <a:ext cx="8760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950" y="0"/>
            <a:ext cx="64959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191782" y="8545"/>
            <a:ext cx="8760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8075" y="1"/>
            <a:ext cx="53859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/>
          <p:nvPr/>
        </p:nvSpPr>
        <p:spPr>
          <a:xfrm>
            <a:off x="75875" y="151875"/>
            <a:ext cx="477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Werkstroom van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Receptionist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163" y="0"/>
            <a:ext cx="3653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/>
          <p:nvPr/>
        </p:nvSpPr>
        <p:spPr>
          <a:xfrm>
            <a:off x="101150" y="185450"/>
            <a:ext cx="477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Bestelling overzicht keuken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191782" y="8545"/>
            <a:ext cx="8760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913" y="1"/>
            <a:ext cx="30668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91775" y="227575"/>
            <a:ext cx="477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Bestelling opnemen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418500" y="215900"/>
            <a:ext cx="2307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</a:rPr>
              <a:t>Korte Demo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6825"/>
            <a:ext cx="9144000" cy="421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1023375" y="242850"/>
            <a:ext cx="7432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</a:rPr>
              <a:t>Verwachtingen Sprint 2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6825"/>
            <a:ext cx="9144000" cy="421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2731800" y="284050"/>
            <a:ext cx="3680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</a:rPr>
              <a:t>Zijn er nog vragen?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6825"/>
            <a:ext cx="9144000" cy="421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